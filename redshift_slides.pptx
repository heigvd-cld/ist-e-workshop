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13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 WORKSHOP — DATA ENGINEERING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Redshift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data warehouse cloud pour notre PME 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critique, coûts réels et démonstration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Giordani · Membre 2 · Membre 3 · Membre 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Vendredi 12 juin 2026 — 12 minutes + questions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13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CONTEXTE — HELVETICART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 de départ : la prod qui souffre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433"/>
                </a:solidFill>
              </a:rPr>
              <a:t>Scénario : HelvetiCart, e-commerce suisse de 80 personnes. Tout vit dans le PostgreSQL de production.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6060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83080"/>
            <a:ext cx="2606040" cy="82296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933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Dashboards lents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Les agrégations BI sur 45 M de commandes prennent plusieurs minutes.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783080"/>
            <a:ext cx="26060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783080"/>
            <a:ext cx="2606040" cy="82296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9933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Prod menacée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23774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Chaque analyse ad-hoc des data analysts ralentit le site marchand.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783080"/>
            <a:ext cx="26060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783080"/>
            <a:ext cx="2606040" cy="82296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9933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Données éclatées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23774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Commandes, clickstream (200 M d'événements), exports marketing : ~600 GB non centralisés.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8862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Question à trancher : </a:t>
            </a:r>
            <a:pPr indent="0" marL="0">
              <a:buNone/>
            </a:pPr>
            <a:r>
              <a:rPr lang="en-US" sz="1500" dirty="0">
                <a:solidFill>
                  <a:srgbClr val="1E2433"/>
                </a:solidFill>
              </a:rPr>
              <a:t>faut-il décharger l'analytique vers un data warehouse dédié — et Redshift est-il le bon choix 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13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C'EST VRAIMENT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Deux idées : colonnaire + parallèle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420624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13212"/>
                </a:solidFill>
              </a:rPr>
              <a:t>ARCHITECTURE MPP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54480" y="173736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7373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Leader node — planifie le SQL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06040" y="2240280"/>
            <a:ext cx="-1234440" cy="411480"/>
          </a:xfrm>
          <a:prstGeom prst="line">
            <a:avLst/>
          </a:prstGeom>
          <a:noFill/>
          <a:ln w="12700">
            <a:solidFill>
              <a:srgbClr val="5A64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5176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24365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517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Compute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3154680"/>
            <a:ext cx="0" cy="274320"/>
          </a:xfrm>
          <a:prstGeom prst="line">
            <a:avLst/>
          </a:prstGeom>
          <a:noFill/>
          <a:ln w="12700">
            <a:solidFill>
              <a:srgbClr val="5A647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606040" y="2240280"/>
            <a:ext cx="137160" cy="411480"/>
          </a:xfrm>
          <a:prstGeom prst="line">
            <a:avLst/>
          </a:prstGeom>
          <a:noFill/>
          <a:ln w="12700">
            <a:solidFill>
              <a:srgbClr val="5A64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48840" y="265176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24365E"/>
          </a:solidFill>
          <a:ln/>
        </p:spPr>
      </p:sp>
      <p:sp>
        <p:nvSpPr>
          <p:cNvPr id="15" name="Text 13"/>
          <p:cNvSpPr/>
          <p:nvPr/>
        </p:nvSpPr>
        <p:spPr>
          <a:xfrm>
            <a:off x="2148840" y="26517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Compute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0" y="3154680"/>
            <a:ext cx="0" cy="274320"/>
          </a:xfrm>
          <a:prstGeom prst="line">
            <a:avLst/>
          </a:prstGeom>
          <a:noFill/>
          <a:ln w="12700">
            <a:solidFill>
              <a:srgbClr val="5A647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606040" y="2240280"/>
            <a:ext cx="1508760" cy="411480"/>
          </a:xfrm>
          <a:prstGeom prst="line">
            <a:avLst/>
          </a:prstGeom>
          <a:noFill/>
          <a:ln w="12700">
            <a:solidFill>
              <a:srgbClr val="5A64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40" y="265176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24365E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26517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Compute 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0" y="3154680"/>
            <a:ext cx="0" cy="274320"/>
          </a:xfrm>
          <a:prstGeom prst="line">
            <a:avLst/>
          </a:prstGeom>
          <a:noFill/>
          <a:ln w="12700">
            <a:solidFill>
              <a:srgbClr val="5A647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77240" y="342900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E8EDF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429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</a:rPr>
              <a:t>Storage géré sur S3 (compressé, colonnaire)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" y="4069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</a:rPr>
              <a:t>Compute et stockage découplés : on les paie — et on les dimensionne — séparément.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132588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433"/>
                </a:solidFill>
              </a:rPr>
              <a:t>Stockage colonnaire : on ne lit que les colonnes utiles → scans 10-100× plus rapides qu'un row-store pour l'analytique.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433"/>
                </a:solidFill>
              </a:rPr>
              <a:t>MPP : la requête est découpée et exécutée en parallèle sur plusieurs nœuds.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433"/>
                </a:solidFill>
              </a:rPr>
              <a:t>SQL compatible PostgreSQL : les analysts gardent leurs outils (psql, BI, drivers JDBC).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433"/>
                </a:solidFill>
              </a:rPr>
              <a:t>Deux modes : cluster provisionné (RA3) ou Serverless, facturé à la seconde d'activité.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13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REGARD CRITIQUE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vrai… et le marketing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97764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3977640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Tient ses promesses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Excellent sur les agrégations massives (validé par le paper SIGMOD'22)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Intégration AWS native : S3, IAM, Glue, QuickSight, zero-ETL Aurora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Serverless : vraiment zéro administration de cluster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397764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234440"/>
            <a:ext cx="3977640" cy="41148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À relativiser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7830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« Jusqu'à 5× moins cher » : vrai seulement sur des benchmarks choisis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« Sans tuning » : DISTKEY / SORTKEY / VACUUM comptent encore en provisionné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Latence plancher ~100 ms même sur SELECT 1 — inadapté au temps réel applicatif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Concurrence limitée sans concurrency scaling (payant)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13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COÛTS — SCÉNARIO HELVETICART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Combien ça coûterait 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Hypothèses : Redshift Serverless à Frankfurt, base 8 RPU, ~3 h de compute facturé par jour ouvré, 600 GB.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5212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Poste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Calcul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$ / mois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</a:rPr>
                        <a:t>Compute Serverless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</a:rPr>
                        <a:t>8 RPU × 3 h × 22 j × $0.39/RPU-h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</a:rPr>
                        <a:t>≈ 206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</a:rPr>
                        <a:t>Stockage géré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</a:rPr>
                        <a:t>600 GB × $0.024/GB-mois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</a:rPr>
                        <a:t>≈ 14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</a:rPr>
                        <a:t>S3 staging + divers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</a:rPr>
                        <a:t>forfait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</a:rPr>
                        <a:t>≈ 10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433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13212"/>
                          </a:solidFill>
                        </a:rPr>
                        <a:t>≈ 230 $ (~185 CHF)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1691640"/>
            <a:ext cx="2651760" cy="1965960"/>
          </a:xfrm>
          <a:prstGeom prst="rect">
            <a:avLst/>
          </a:prstGeom>
          <a:solidFill>
            <a:srgbClr val="1B2A4A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89320" y="18745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≈ 230 $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172200" y="2697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6EE"/>
                </a:solidFill>
              </a:rPr>
              <a:t>par mois — moins qu'un jour-homme d'ingénieur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38862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Minimum 60 s facturées à chaque réveil : les petites requêtes éparses coûtent proportionnellement cher.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Pas de plafond par défaut → configurer des usage limits dès le jour 1, sinon la facture est imprévisible.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13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RISQUES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Lock-in : où est-on réellement captif 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81381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71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Les données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51760" y="1481328"/>
            <a:ext cx="868680" cy="365760"/>
          </a:xfrm>
          <a:prstGeom prst="roundRect">
            <a:avLst>
              <a:gd name="adj" fmla="val 25000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48132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FAIBLE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03320" y="135331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</a:rPr>
              <a:t>UNLOAD exporte tout en Parquet ouvert vers S3. La donnée sort facilement (hors frais egress AWS).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81381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286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Le SQL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51760" y="2395728"/>
            <a:ext cx="868680" cy="365760"/>
          </a:xfrm>
          <a:prstGeom prst="roundRect">
            <a:avLst>
              <a:gd name="adj" fmla="val 25000"/>
            </a:avLst>
          </a:prstGeom>
          <a:solidFill>
            <a:srgbClr val="B7791F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239572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MOYEN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03320" y="226771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</a:rPr>
              <a:t>Dialecte ~PostgreSQL, mais COPY, DISTKEY/SORTKEY, tables système et Spectrum sont propriétaires.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108960"/>
            <a:ext cx="81381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200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Les pipelines &amp; l'IAM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651760" y="3310128"/>
            <a:ext cx="868680" cy="365760"/>
          </a:xfrm>
          <a:prstGeom prst="roundRect">
            <a:avLst>
              <a:gd name="adj" fmla="val 25000"/>
            </a:avLst>
          </a:prstGeom>
          <a:solidFill>
            <a:srgbClr val="D13212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331012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03320" y="318211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</a:rPr>
              <a:t>Ingestion, rôles, monitoring, BI : tout est tissé dans AWS. C'est ça, le vrai coût de sortie.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1605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Mitigation : </a:t>
            </a:r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garder les données brutes en Parquet sur S3 (pattern lakehouse) — Redshift devient un moteur remplaçable, pas un coffre-fort.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13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 D'USAGE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Démo : HelvetiCart sur Redshift Serverless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9202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16002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Générer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5 M de commandes synthétiques (CSV gzip, ~150 MB) uploadées sur S3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87752" y="1371600"/>
            <a:ext cx="19202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6002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227832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79192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Charger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24912" y="26974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COPY depuis S3 : chargement massif parallèle en &lt; 30 secondes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72584" y="1371600"/>
            <a:ext cx="19202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12664" y="16002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5312664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64024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Analyser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9744" y="26974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Requêtes BI réelles : CA mensuel, top catégories par canton, clients fidèles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57416" y="1371600"/>
            <a:ext cx="19202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97496" y="1600200"/>
            <a:ext cx="640080" cy="640080"/>
          </a:xfrm>
          <a:prstGeom prst="ellipse">
            <a:avLst/>
          </a:prstGeom>
          <a:solidFill>
            <a:srgbClr val="D13212"/>
          </a:solidFill>
          <a:ln/>
        </p:spPr>
      </p:sp>
      <p:sp>
        <p:nvSpPr>
          <p:cNvPr id="22" name="Text 20"/>
          <p:cNvSpPr/>
          <p:nvPr/>
        </p:nvSpPr>
        <p:spPr>
          <a:xfrm>
            <a:off x="7397496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48856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Casser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94576" y="26974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Et la contre-épreuve : ce que Redshift fait mal, en direct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39776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Budget démo : 0 CHF </a:t>
            </a:r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— crédits d'essai de $300 / 90 jours offerts sur Redshift Serverless.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43891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</a:rPr>
              <a:t>(captures d'écran de secours prévues si la démo live tousse)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13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FORCES ET FAIBLESSES, MESURÉES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la démo montre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9776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80160"/>
            <a:ext cx="3977640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Force : l'analytique massive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</a:rPr>
              <a:t>~1-2 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3"/>
                </a:solidFill>
              </a:rPr>
              <a:t>pour agréger le CA mensuel sur 5 M de lignes — la même requête prend plusieurs minutes sur le Postgres de prod chargé.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5204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</a:rPr>
              <a:t>Bonus : result cache → re-run instantané pour les dashboards.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39776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80160"/>
            <a:ext cx="3977640" cy="41148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Faiblesse : le transactionnel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13212"/>
                </a:solidFill>
              </a:rPr>
              <a:t>~minutes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846320" y="25146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3"/>
                </a:solidFill>
              </a:rPr>
              <a:t>pour 1 000 INSERTs ligne à ligne (&lt; 1 s sur Postgres). Et même SELECT 1 met ~100 ms.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46320" y="35204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</a:rPr>
              <a:t>Redshift ne remplace pas la base de prod — il la complète.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13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 L'UTILISER — QUAND L'ÉVITER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Nos recommandations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9776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</a:rPr>
              <a:t>UTILISEZ REDSHIFT SI…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Analytique sur &gt; 100 GB et requêtes d'agrégation lourdes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Charge BI / batch intermittente → Serverless facture à l'usage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Vous êtes déjà sur AWS (S3, IAM, Aurora)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Équipe à l'aise en SQL, pas envie d'administrer un cluster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39776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13212"/>
                </a:solidFill>
              </a:rPr>
              <a:t>ÉVITEZ-LE SI…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7830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&lt; quelques dizaines de GB : votre PostgreSQL suffit largement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Besoin OLTP ou latence &lt; 100 ms côté application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Stratégie multi-cloud ou aversion forte au lock-in AWS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33"/>
                </a:solidFill>
              </a:rPr>
              <a:t>Personne pour surveiller les coûts → préférer un forfait prévisible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13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NOTRE VERDICT POUR HELVETICART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Oui à Redshift Serverless — avec trois garde-fous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560320" cy="1737360"/>
          </a:xfrm>
          <a:prstGeom prst="rect">
            <a:avLst/>
          </a:prstGeom>
          <a:solidFill>
            <a:srgbClr val="24365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03120"/>
            <a:ext cx="2560320" cy="73152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~230 $/mois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E"/>
                </a:solidFill>
              </a:rPr>
              <a:t>pour décharger la prod et accélérer la BI : le ROI est immédiat.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560320" cy="1737360"/>
          </a:xfrm>
          <a:prstGeom prst="rect">
            <a:avLst/>
          </a:prstGeom>
          <a:solidFill>
            <a:srgbClr val="24365E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2103120"/>
            <a:ext cx="2560320" cy="73152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Usage limits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0440" y="2788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E"/>
                </a:solidFill>
              </a:rPr>
              <a:t>configurées dès le premier jour pour rendre la facture prévisible.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103120"/>
            <a:ext cx="2560320" cy="1737360"/>
          </a:xfrm>
          <a:prstGeom prst="rect">
            <a:avLst/>
          </a:prstGeom>
          <a:solidFill>
            <a:srgbClr val="24365E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2103120"/>
            <a:ext cx="2560320" cy="73152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Parquet sur S3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2788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E"/>
                </a:solidFill>
              </a:rPr>
              <a:t>comme source de vérité : le moteur reste remplaçable demain.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?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13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RÉFÉRENCES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 aller plus loin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138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</a:rPr>
              <a:t>Documentation &amp; pricing officiels — aws.amazon.com/redshift (pricing, FAQ, free trial)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</a:rPr>
              <a:t>Armenatzoglou et al., « Amazon Redshift Re-invented », SIGMOD'22 — l'architecture en détail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</a:rPr>
              <a:t>Billing Serverless — docs.aws.amazon.com/redshift/latest/mgmt/serverless-billing.html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</a:rPr>
              <a:t>Comparatifs critiques : CloudZero « Redshift Pricing Guide » ; Striim « Cloud DW Comparison » ; Definite « Snowflake alternatives for startups »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</a:rPr>
              <a:t>Notre démo : scripts SQL + générateur de données fournis avec la cheat sheet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4297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</a:rPr>
              <a:t>Cheat sheet ingénieur (2 pages) distribuée en complément : démarrage, commandes clés, pièges.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Redshift — IST Workshop</dc:title>
  <dc:subject>PptxGenJS Presentation</dc:subject>
  <dc:creator>Groupe Redshift</dc:creator>
  <cp:lastModifiedBy>Groupe Redshift</cp:lastModifiedBy>
  <cp:revision>1</cp:revision>
  <dcterms:created xsi:type="dcterms:W3CDTF">2026-06-10T13:17:09Z</dcterms:created>
  <dcterms:modified xsi:type="dcterms:W3CDTF">2026-06-10T13:17:09Z</dcterms:modified>
</cp:coreProperties>
</file>